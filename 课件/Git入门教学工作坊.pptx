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Git：让代码回到过去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主讲人：你的名字</a:t>
            </a:r>
          </a:p>
          <a:p>
            <a:pPr algn="l">
              <a:defRPr sz="2000">
                <a:latin typeface="Microsoft YaHei"/>
              </a:defRPr>
            </a:pPr>
            <a:r>
              <a:t>时长：2小时</a:t>
            </a:r>
          </a:p>
          <a:p>
            <a:pPr algn="l">
              <a:defRPr sz="2000">
                <a:latin typeface="Microsoft YaHei"/>
              </a:defRPr>
            </a:pPr>
            <a:r>
              <a:t>工具：Git、VS Code、GitHub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【插图说明】插图建议：Git 标志 + 时光机器卡通图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为什么要学 Git？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· 是否丢过项目？</a:t>
            </a:r>
          </a:p>
          <a:p>
            <a:pPr algn="l">
              <a:defRPr sz="2000">
                <a:latin typeface="Microsoft YaHei"/>
              </a:defRPr>
            </a:pPr>
            <a:r>
              <a:t>· 是否覆盖过队友代码？</a:t>
            </a:r>
          </a:p>
          <a:p>
            <a:pPr algn="l">
              <a:defRPr sz="2000">
                <a:latin typeface="Microsoft YaHei"/>
              </a:defRPr>
            </a:pPr>
            <a:r>
              <a:t>Git 让你记录、回退、协作。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&gt; Git 就是开发者的时间机器。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【插图说明】插图建议：两个学生抢改同一份作业的漫画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Git 能做什么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· 追踪文件历史</a:t>
            </a:r>
          </a:p>
          <a:p>
            <a:pPr algn="l">
              <a:defRPr sz="2000">
                <a:latin typeface="Microsoft YaHei"/>
              </a:defRPr>
            </a:pPr>
            <a:r>
              <a:t>· 撤销错误</a:t>
            </a:r>
          </a:p>
          <a:p>
            <a:pPr algn="l">
              <a:defRPr sz="2000">
                <a:latin typeface="Microsoft YaHei"/>
              </a:defRPr>
            </a:pPr>
            <a:r>
              <a:t>· 创建并行版本（分支）</a:t>
            </a:r>
          </a:p>
          <a:p>
            <a:pPr algn="l">
              <a:defRPr sz="2000">
                <a:latin typeface="Microsoft YaHei"/>
              </a:defRPr>
            </a:pPr>
            <a:r>
              <a:t>· 团队协作（GitHub / Gitee）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【插图说明】插图建议：时间轴 + 分支树示意图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核心概念：三大区域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1. 工作区：当前文件</a:t>
            </a:r>
          </a:p>
          <a:p>
            <a:pPr algn="l">
              <a:defRPr sz="2000">
                <a:latin typeface="Microsoft YaHei"/>
              </a:defRPr>
            </a:pPr>
            <a:r>
              <a:t>2. 暂存区：准备提交的内容</a:t>
            </a:r>
          </a:p>
          <a:p>
            <a:pPr algn="l">
              <a:defRPr sz="2000">
                <a:latin typeface="Microsoft YaHei"/>
              </a:defRPr>
            </a:pPr>
            <a:r>
              <a:t>3. 仓库：所有历史记录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流程图：工作区 → 暂存区 → 仓库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【插图说明】插图建议：三个箱子传递文件的流程图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EE732-4598-9723-301A-37C624AD3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19BF42-CE30-77E5-BDF5-80F50D6E0C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73334"/>
            <a:ext cx="658327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config --global user.name "你的名"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config --global user.email "你的邮箱"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E8FC637-2525-CBED-D685-4AFE0E957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60878"/>
            <a:ext cx="650530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checkout &lt;branch&gt;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切换分支。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checkout -b &lt;branch&gt;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新建并切换。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5786DFC-1776-670E-6940-507189A06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3862689"/>
            <a:ext cx="650530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checkout &lt;branch&gt;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切换分支。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checkout -b &lt;branch&gt;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新建并切换。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A2867855-F114-9572-0454-E5662468F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69176"/>
            <a:ext cx="80810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merge &lt;branch&gt;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：把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&lt;branch&gt;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合到当前分支。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产生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合并提交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；冲突需手动解决后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add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再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commit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13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4A851-8206-0DBD-3CD6-44756299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996418-E09A-F7CF-DE32-B188A23694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6358"/>
            <a:ext cx="905247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远程与同步（remote / fetch / pull / push）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remote -v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：查看远程；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remote add origin &lt;url&gt;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添加远程。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set-url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改地址；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remove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删除远程。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fetch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：抓取远程更新（不合并）。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fetch --all --prune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同步所有远程并清理已删除分支。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pull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：=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fetch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merge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（或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rebase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，看配置）。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推荐设置：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config --global pull.rebase false|true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pull --rebase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避免多余合并提交，让历史更直。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push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：推送到远程。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push -u origin &lt;branch&gt;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首次推送并设置上游。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--force-with-lease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安全强推（确保不覆盖他人最新提交）。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--tags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推送标签；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--delete origin &lt;branch&gt;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删除远程分支。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749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第一个实验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defRPr sz="2000">
                <a:latin typeface="Microsoft YaHei"/>
              </a:defRPr>
            </a:pPr>
            <a:r>
              <a:t>```bash</a:t>
            </a:r>
          </a:p>
          <a:p>
            <a:pPr algn="l">
              <a:defRPr sz="2000">
                <a:latin typeface="Microsoft YaHei"/>
              </a:defRPr>
            </a:pPr>
            <a:r>
              <a:t>echo 'Hello world' &gt; hello.txt</a:t>
            </a:r>
          </a:p>
          <a:p>
            <a:pPr algn="l">
              <a:defRPr sz="2000">
                <a:latin typeface="Microsoft YaHei"/>
              </a:defRPr>
            </a:pPr>
            <a:r>
              <a:t>git init</a:t>
            </a:r>
          </a:p>
          <a:p>
            <a:pPr algn="l">
              <a:defRPr sz="2000">
                <a:latin typeface="Microsoft YaHei"/>
              </a:defRPr>
            </a:pPr>
            <a:r>
              <a:t>git add hello.txt</a:t>
            </a:r>
          </a:p>
          <a:p>
            <a:pPr algn="l">
              <a:defRPr sz="2000">
                <a:latin typeface="Microsoft YaHei"/>
              </a:defRPr>
            </a:pPr>
            <a:r>
              <a:t>git commit -m '第一次提交'</a:t>
            </a:r>
          </a:p>
          <a:p>
            <a:pPr algn="l">
              <a:defRPr sz="2000">
                <a:latin typeface="Microsoft YaHei"/>
              </a:defRPr>
            </a:pPr>
            <a:r>
              <a:t>```</a:t>
            </a:r>
          </a:p>
          <a:p>
            <a:pPr algn="l">
              <a:defRPr sz="2000">
                <a:latin typeface="Microsoft YaHei"/>
              </a:defRPr>
            </a:pPr>
            <a:r>
              <a:t>修改文件并查看变化：</a:t>
            </a:r>
          </a:p>
          <a:p>
            <a:pPr algn="l">
              <a:defRPr sz="2000">
                <a:latin typeface="Microsoft YaHei"/>
              </a:defRPr>
            </a:pPr>
            <a:r>
              <a:t>```bash</a:t>
            </a:r>
          </a:p>
          <a:p>
            <a:pPr algn="l">
              <a:defRPr sz="2000">
                <a:latin typeface="Microsoft YaHei"/>
              </a:defRPr>
            </a:pPr>
            <a:r>
              <a:t>echo 'Hello Git' &gt; hello.txt</a:t>
            </a:r>
          </a:p>
          <a:p>
            <a:pPr algn="l">
              <a:defRPr sz="2000">
                <a:latin typeface="Microsoft YaHei"/>
              </a:defRPr>
            </a:pPr>
            <a:r>
              <a:t>git diff</a:t>
            </a:r>
          </a:p>
          <a:p>
            <a:pPr algn="l">
              <a:defRPr sz="2000">
                <a:latin typeface="Microsoft YaHei"/>
              </a:defRPr>
            </a:pPr>
            <a:r>
              <a:t>```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【插图说明】插图建议：终端截图 + diff 输出示意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查看历史与回退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defRPr sz="2000">
                <a:latin typeface="Microsoft YaHei"/>
              </a:defRPr>
            </a:pPr>
            <a:r>
              <a:rPr dirty="0"/>
              <a:t>```bash</a:t>
            </a:r>
          </a:p>
          <a:p>
            <a:pPr algn="l">
              <a:defRPr sz="2000">
                <a:latin typeface="Microsoft YaHei"/>
              </a:defRPr>
            </a:pPr>
            <a:r>
              <a:rPr dirty="0"/>
              <a:t>git log --</a:t>
            </a:r>
            <a:r>
              <a:rPr dirty="0" err="1"/>
              <a:t>oneline</a:t>
            </a:r>
            <a:endParaRPr dirty="0"/>
          </a:p>
          <a:p>
            <a:pPr algn="l">
              <a:defRPr sz="2000">
                <a:latin typeface="Microsoft YaHei"/>
              </a:defRPr>
            </a:pPr>
            <a:r>
              <a:rPr dirty="0"/>
              <a:t>```</a:t>
            </a:r>
          </a:p>
          <a:p>
            <a:pPr algn="l">
              <a:defRPr sz="2000">
                <a:latin typeface="Microsoft YaHei"/>
              </a:defRPr>
            </a:pPr>
            <a:r>
              <a:rPr dirty="0" err="1"/>
              <a:t>每个</a:t>
            </a:r>
            <a:r>
              <a:rPr dirty="0"/>
              <a:t> commit </a:t>
            </a:r>
            <a:r>
              <a:rPr dirty="0" err="1"/>
              <a:t>是时间线节点</a:t>
            </a:r>
            <a:r>
              <a:rPr dirty="0"/>
              <a:t>。</a:t>
            </a:r>
          </a:p>
          <a:p>
            <a:pPr algn="l">
              <a:defRPr sz="2000">
                <a:latin typeface="Microsoft YaHei"/>
              </a:defRPr>
            </a:pPr>
            <a:endParaRPr dirty="0"/>
          </a:p>
          <a:p>
            <a:pPr algn="l">
              <a:defRPr sz="2000">
                <a:latin typeface="Microsoft YaHei"/>
              </a:defRPr>
            </a:pPr>
            <a:r>
              <a:rPr dirty="0" err="1"/>
              <a:t>回到过去</a:t>
            </a:r>
            <a:r>
              <a:rPr dirty="0"/>
              <a:t>：</a:t>
            </a:r>
          </a:p>
          <a:p>
            <a:pPr algn="l">
              <a:defRPr sz="2000">
                <a:latin typeface="Microsoft YaHei"/>
              </a:defRPr>
            </a:pPr>
            <a:r>
              <a:rPr dirty="0"/>
              <a:t>```bash</a:t>
            </a:r>
          </a:p>
          <a:p>
            <a:pPr algn="l">
              <a:defRPr sz="2000">
                <a:latin typeface="Microsoft YaHei"/>
              </a:defRPr>
            </a:pPr>
            <a:r>
              <a:rPr dirty="0"/>
              <a:t>git checkout &lt;</a:t>
            </a:r>
            <a:r>
              <a:rPr dirty="0" err="1"/>
              <a:t>commit_id</a:t>
            </a:r>
            <a:r>
              <a:rPr dirty="0"/>
              <a:t>&gt;</a:t>
            </a:r>
          </a:p>
          <a:p>
            <a:pPr algn="l">
              <a:defRPr sz="2000">
                <a:latin typeface="Microsoft YaHei"/>
              </a:defRPr>
            </a:pPr>
            <a:r>
              <a:rPr dirty="0"/>
              <a:t>```</a:t>
            </a:r>
          </a:p>
          <a:p>
            <a:pPr algn="l">
              <a:defRPr sz="2000">
                <a:latin typeface="Microsoft YaHei"/>
              </a:defRPr>
            </a:pPr>
            <a:r>
              <a:rPr dirty="0" err="1"/>
              <a:t>回主分支</a:t>
            </a:r>
            <a:r>
              <a:rPr dirty="0"/>
              <a:t>：</a:t>
            </a:r>
          </a:p>
          <a:p>
            <a:pPr algn="l">
              <a:defRPr sz="2000">
                <a:latin typeface="Microsoft YaHei"/>
              </a:defRPr>
            </a:pPr>
            <a:r>
              <a:rPr dirty="0"/>
              <a:t>```bash</a:t>
            </a:r>
          </a:p>
          <a:p>
            <a:pPr algn="l">
              <a:defRPr sz="2000">
                <a:latin typeface="Microsoft YaHei"/>
              </a:defRPr>
            </a:pPr>
            <a:r>
              <a:rPr dirty="0"/>
              <a:t>git checkout main</a:t>
            </a:r>
          </a:p>
          <a:p>
            <a:pPr algn="l">
              <a:defRPr sz="2000">
                <a:latin typeface="Microsoft YaHei"/>
              </a:defRPr>
            </a:pPr>
            <a:r>
              <a:rPr dirty="0"/>
              <a:t>```</a:t>
            </a:r>
          </a:p>
          <a:p>
            <a:pPr algn="l">
              <a:defRPr sz="2000">
                <a:latin typeface="Microsoft YaHei"/>
              </a:defRPr>
            </a:pPr>
            <a:endParaRPr dirty="0"/>
          </a:p>
          <a:p>
            <a:pPr algn="l">
              <a:defRPr sz="2000">
                <a:latin typeface="Microsoft YaHei"/>
              </a:defRPr>
            </a:pPr>
            <a:r>
              <a:rPr dirty="0"/>
              <a:t>【</a:t>
            </a:r>
            <a:r>
              <a:rPr dirty="0" err="1"/>
              <a:t>插图说明】插图建议：commit</a:t>
            </a:r>
            <a:r>
              <a:rPr dirty="0"/>
              <a:t> </a:t>
            </a:r>
            <a:r>
              <a:rPr dirty="0" err="1"/>
              <a:t>历史树</a:t>
            </a:r>
            <a:r>
              <a:rPr dirty="0"/>
              <a:t> + </a:t>
            </a:r>
            <a:r>
              <a:rPr dirty="0" err="1"/>
              <a:t>时间旅行箭头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分支的魔法：平行宇宙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&gt; 为了安全开发新功能，不破坏主版本。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```bash</a:t>
            </a:r>
          </a:p>
          <a:p>
            <a:pPr algn="l">
              <a:defRPr sz="2000">
                <a:latin typeface="Microsoft YaHei"/>
              </a:defRPr>
            </a:pPr>
            <a:r>
              <a:t>git branch feature</a:t>
            </a:r>
          </a:p>
          <a:p>
            <a:pPr algn="l">
              <a:defRPr sz="2000">
                <a:latin typeface="Microsoft YaHei"/>
              </a:defRPr>
            </a:pPr>
            <a:r>
              <a:t>git checkout feature</a:t>
            </a:r>
          </a:p>
          <a:p>
            <a:pPr algn="l">
              <a:defRPr sz="2000">
                <a:latin typeface="Microsoft YaHei"/>
              </a:defRPr>
            </a:pPr>
            <a:r>
              <a:t>echo '新功能' &gt;&gt; hello.txt</a:t>
            </a:r>
          </a:p>
          <a:p>
            <a:pPr algn="l">
              <a:defRPr sz="2000">
                <a:latin typeface="Microsoft YaHei"/>
              </a:defRPr>
            </a:pPr>
            <a:r>
              <a:t>git commit -am '添加功能'</a:t>
            </a:r>
          </a:p>
          <a:p>
            <a:pPr algn="l">
              <a:defRPr sz="2000">
                <a:latin typeface="Microsoft YaHei"/>
              </a:defRPr>
            </a:pPr>
            <a:r>
              <a:t>git checkout main</a:t>
            </a:r>
          </a:p>
          <a:p>
            <a:pPr algn="l">
              <a:defRPr sz="2000">
                <a:latin typeface="Microsoft YaHei"/>
              </a:defRPr>
            </a:pPr>
            <a:r>
              <a:t>git merge feature</a:t>
            </a:r>
          </a:p>
          <a:p>
            <a:pPr algn="l">
              <a:defRPr sz="2000">
                <a:latin typeface="Microsoft YaHei"/>
              </a:defRPr>
            </a:pPr>
            <a:r>
              <a:t>```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【插图说明】插图建议：主线分支 + 功能分支 + 合并节点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远程协作（GitHub）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defRPr sz="2000">
                <a:latin typeface="Microsoft YaHei"/>
              </a:defRPr>
            </a:pPr>
            <a:r>
              <a:t>1. 在 GitHub 创建仓库</a:t>
            </a:r>
          </a:p>
          <a:p>
            <a:pPr algn="l">
              <a:defRPr sz="2000">
                <a:latin typeface="Microsoft YaHei"/>
              </a:defRPr>
            </a:pPr>
            <a:r>
              <a:t>2. 本地连接：</a:t>
            </a:r>
          </a:p>
          <a:p>
            <a:pPr algn="l">
              <a:defRPr sz="2000">
                <a:latin typeface="Microsoft YaHei"/>
              </a:defRPr>
            </a:pPr>
            <a:r>
              <a:t>```bash</a:t>
            </a:r>
          </a:p>
          <a:p>
            <a:pPr algn="l">
              <a:defRPr sz="2000">
                <a:latin typeface="Microsoft YaHei"/>
              </a:defRPr>
            </a:pPr>
            <a:r>
              <a:t>git remote add origin https://github.com/xxx/demo.git</a:t>
            </a:r>
          </a:p>
          <a:p>
            <a:pPr algn="l">
              <a:defRPr sz="2000">
                <a:latin typeface="Microsoft YaHei"/>
              </a:defRPr>
            </a:pPr>
            <a:r>
              <a:t>git branch -M main</a:t>
            </a:r>
          </a:p>
          <a:p>
            <a:pPr algn="l">
              <a:defRPr sz="2000">
                <a:latin typeface="Microsoft YaHei"/>
              </a:defRPr>
            </a:pPr>
            <a:r>
              <a:t>git push -u origin main</a:t>
            </a:r>
          </a:p>
          <a:p>
            <a:pPr algn="l">
              <a:defRPr sz="2000">
                <a:latin typeface="Microsoft YaHei"/>
              </a:defRPr>
            </a:pPr>
            <a:r>
              <a:t>```</a:t>
            </a:r>
          </a:p>
          <a:p>
            <a:pPr algn="l">
              <a:defRPr sz="2000">
                <a:latin typeface="Microsoft YaHei"/>
              </a:defRPr>
            </a:pPr>
            <a:r>
              <a:t>3. 更新前拉取：</a:t>
            </a:r>
          </a:p>
          <a:p>
            <a:pPr algn="l">
              <a:defRPr sz="2000">
                <a:latin typeface="Microsoft YaHei"/>
              </a:defRPr>
            </a:pPr>
            <a:r>
              <a:t>```bash</a:t>
            </a:r>
          </a:p>
          <a:p>
            <a:pPr algn="l">
              <a:defRPr sz="2000">
                <a:latin typeface="Microsoft YaHei"/>
              </a:defRPr>
            </a:pPr>
            <a:r>
              <a:t>git pull origin main</a:t>
            </a:r>
          </a:p>
          <a:p>
            <a:pPr algn="l">
              <a:defRPr sz="2000">
                <a:latin typeface="Microsoft YaHei"/>
              </a:defRPr>
            </a:pPr>
            <a:r>
              <a:t>```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【插图说明】插图建议：本地电脑 ↔ GitHub 云端箭头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任务：</a:t>
            </a:r>
          </a:p>
          <a:p>
            <a:pPr algn="l">
              <a:defRPr sz="2000">
                <a:latin typeface="Microsoft YaHei"/>
              </a:defRPr>
            </a:pPr>
            <a:r>
              <a:t>1. 创建 `my_intro.txt` 写上姓名。</a:t>
            </a:r>
          </a:p>
          <a:p>
            <a:pPr algn="l">
              <a:defRPr sz="2000">
                <a:latin typeface="Microsoft YaHei"/>
              </a:defRPr>
            </a:pPr>
            <a:r>
              <a:t>2. 提交并推送。</a:t>
            </a:r>
          </a:p>
          <a:p>
            <a:pPr algn="l">
              <a:defRPr sz="2000">
                <a:latin typeface="Microsoft YaHei"/>
              </a:defRPr>
            </a:pPr>
            <a:r>
              <a:t>3. 检查 GitHub 贡献记录。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挑战：两人修改同一文件，体验冲突解决！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【插图说明】插图建议：两人拉扯同一个文件的趣味插画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总结与拓展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Microsoft YaHei"/>
              </a:defRPr>
            </a:pPr>
            <a:r>
              <a:t>· Git = 时间机器</a:t>
            </a:r>
          </a:p>
          <a:p>
            <a:pPr algn="l">
              <a:defRPr sz="2000">
                <a:latin typeface="Microsoft YaHei"/>
              </a:defRPr>
            </a:pPr>
            <a:r>
              <a:t>· Branch = 安全沙盒</a:t>
            </a:r>
          </a:p>
          <a:p>
            <a:pPr algn="l">
              <a:defRPr sz="2000">
                <a:latin typeface="Microsoft YaHei"/>
              </a:defRPr>
            </a:pPr>
            <a:r>
              <a:t>· GitHub = 团队舞台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进一步学习：</a:t>
            </a:r>
          </a:p>
          <a:p>
            <a:pPr algn="l">
              <a:defRPr sz="2000">
                <a:latin typeface="Microsoft YaHei"/>
              </a:defRPr>
            </a:pPr>
            <a:r>
              <a:t>- .gitignore</a:t>
            </a:r>
          </a:p>
          <a:p>
            <a:pPr algn="l">
              <a:defRPr sz="2000">
                <a:latin typeface="Microsoft YaHei"/>
              </a:defRPr>
            </a:pPr>
            <a:r>
              <a:t>- GitHub Pages</a:t>
            </a:r>
          </a:p>
          <a:p>
            <a:pPr algn="l">
              <a:defRPr sz="2000">
                <a:latin typeface="Microsoft YaHei"/>
              </a:defRPr>
            </a:pPr>
            <a:r>
              <a:t>- 图形化工具</a:t>
            </a:r>
          </a:p>
          <a:p>
            <a:pPr algn="l">
              <a:defRPr sz="2000">
                <a:latin typeface="Microsoft YaHei"/>
              </a:defRPr>
            </a:pPr>
            <a:endParaRPr/>
          </a:p>
          <a:p>
            <a:pPr algn="l">
              <a:defRPr sz="2000">
                <a:latin typeface="Microsoft YaHei"/>
              </a:defRPr>
            </a:pPr>
            <a:r>
              <a:t>【插图说明】插图建议：Git 图标 + 团队协作海报风格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637</Words>
  <Application>Microsoft Office PowerPoint</Application>
  <PresentationFormat>全屏显示(4:3)</PresentationFormat>
  <Paragraphs>126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 Unicode MS</vt:lpstr>
      <vt:lpstr>Arial</vt:lpstr>
      <vt:lpstr>Calibri</vt:lpstr>
      <vt:lpstr>Office Theme</vt:lpstr>
      <vt:lpstr>Git：让代码回到过去</vt:lpstr>
      <vt:lpstr>为什么要学 Git？</vt:lpstr>
      <vt:lpstr>Git 能做什么</vt:lpstr>
      <vt:lpstr>核心概念：三大区域</vt:lpstr>
      <vt:lpstr>PowerPoint 演示文稿</vt:lpstr>
      <vt:lpstr>PowerPoint 演示文稿</vt:lpstr>
      <vt:lpstr>第一个实验</vt:lpstr>
      <vt:lpstr>查看历史与回退</vt:lpstr>
      <vt:lpstr>分支的魔法：平行宇宙</vt:lpstr>
      <vt:lpstr>远程协作（GitHub）</vt:lpstr>
      <vt:lpstr>课堂练习</vt:lpstr>
      <vt:lpstr>总结与拓展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nianhao zhang</cp:lastModifiedBy>
  <cp:revision>3</cp:revision>
  <dcterms:created xsi:type="dcterms:W3CDTF">2013-01-27T09:14:16Z</dcterms:created>
  <dcterms:modified xsi:type="dcterms:W3CDTF">2025-11-02T11:51:32Z</dcterms:modified>
  <cp:category/>
</cp:coreProperties>
</file>